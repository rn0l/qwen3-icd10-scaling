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Where does an LLM fine-tuning job spend its time?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ME344 Final Project · Option 2, custom workload · Leonard Arnold &amp; Luis Hambuch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760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The workload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LoRA fine-tune of Qwen3 on CodiEsp — 1 000 Spanish clinical case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reports annotated with ICD-10 diagnosis codes (CC-BY 4.0).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500 train / 250 dev, ⌀ 15 codes per document, 1 811 labels.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Why it is a resource problem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4B parameters = 8 GB of weights before a single activation.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Documents run to 2 489 tokens. Model accuracy earns no marks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the object of study is the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Helvetica Neue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Where does the time actually go —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and what does it take to run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the job at 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88620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The second half is not decoration. At Qwen3-0.6B all three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backends run. At 4B the CPU runs in no configuration we tried.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Motivated by Dr. Findus, a medical billing system that maps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clinical documentation to ICD-10. No patient data was used.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One code path, three backends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Proposal, orchestration, and the compilation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657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Compilation 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One JAX / Flax program.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XLA lowers it to CPU, CUDA and TPU.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LoRA via qwix, training via Tunix.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No per-backend reimplementation.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91640"/>
            <a:ext cx="3657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Orchestration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3 pinned Docker images.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Kubernetes Jobs on two clusters.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Kueue admission on the TPU pool.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Explicit CPU / memory / chip limits.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91640"/>
            <a:ext cx="34747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Storage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gcsfuse CSI, implicit-dirs.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8 GB checkpoint from a bucket.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fileCacheCapacity as a knob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that knob is the experiment.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61772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  <a:gridCol w="2377440"/>
                <a:gridCol w="34747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Delivery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v5e 2×4 — 8 chips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How we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Every number below is emitted by the run itself, against a fixed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1206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Wall-clock decomposition, six phases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scheduling · image pull · checkpoint load ·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XLA compile · steady-state steps · checkpoint write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Sweeps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batch 1→32 and sequence 512→2048, walked into OOM.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 failed cell is recorded, not dropped — the boundary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is the chart.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Contract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docs/metrics-contract.md. One JSON per run.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Charts read results/ and nothing else.</a:t>
            </a:r>
          </a:p>
        </p:txBody>
      </p:sp>
      <p:pic>
        <p:nvPicPr>
          <p:cNvPr id="7" name="Picture 6" descr="panel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60720" cy="25528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590C"/>
                </a:solidFill>
                <a:latin typeface="Helvetica Neue"/>
              </a:rPr>
              <a:t>The schema caught a bad measurement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120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One run reported 93 µs per step and 11 M tokens/s — impossible.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It carried status "ok", but telemetry.py had flagged in notes that it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may have timed dispatch, not completion. Discarded and repeated.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Qwen3-0.6B · batch 1 · sequence 1024 · bfloat16 — identical script, identical flags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3152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7373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GPU GH200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TPU v5e 2×4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 chip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8 chips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Median step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Throughput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54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12,834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12,804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238.0×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237.5×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44.3 % host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no counter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USD / 1 000 steps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8590C"/>
                </a:solidFill>
                <a:latin typeface="Helvetica Neue"/>
              </a:rPr>
              <a:t>One GH200 matches an eight-chip TPU slice to within 0.23 %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At batch 1 the job occupies neither accelerator — 5.0 % of the GH200 and 7.3 %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of the TPU. It is latency-bound, so the extra seven chips buy nothing.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Mitigation: one manifest line — fileCacheCapacity — cut checkpoint load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235 s → 16 s (14.6×) and total wall clock by 31.4 %.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Control: step time identical to the fourth decimal. Only I/O moved.</a:t>
            </a:r>
          </a:p>
        </p:txBody>
      </p:sp>
      <p:pic>
        <p:nvPicPr>
          <p:cNvPr id="9" name="Picture 8" descr="panel-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37360"/>
            <a:ext cx="3931920" cy="27358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Bottleneck, mitigation, and 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The bottleneck is not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Of 733 s of wall clock, only 209 s — 28.5 % — is arithmetic.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The largest single phase is reading the checkpoint: 32.1 %.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Scheduling and XLA compilation take most of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Scaling the model did not scale the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Growing Qwen3 from 0.6B to 4B — about 6.7× — did not make the CPU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6.7× slower. It made the CPU impossible: XLA did not finish compiling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in over an hour with remat, and the kernel killed the process 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31.5 GB without it. A speedup chart alone hides that discontinuity.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The wall was in the supply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01168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The GH200 sat idle for a day — not for want of hardware or code.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ARM64 host · QEMU cross-build segfault · libtpu has no aarch64 wheel ·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no cluster credentials · registry 403.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Exactly one of Tunix's 36 declared dependencies is TPU-bound.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Swapping it is the whole 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93192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Cost, and the recommendation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4315968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USD per 1 000 steps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TPU 8×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same workload, list prices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507492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Identical step time, 7.9× the price: eight v5e chips against one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Hopper. Do not scale out — amortise. Raise batch only until the chip is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occupied, then attack fixed cost: persistent compile cache, warm workers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instead of a pod per job, file cache on anything reading a checkpoint.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9 measured runs · 15 commits ·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