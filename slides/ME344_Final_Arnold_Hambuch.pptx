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coding model?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4846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German GPs code every consultation.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We propose, the physician confirms.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Reliability is the product.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Today it runs on hosted APIs.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212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Could it run on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our own hardware?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63240"/>
            <a:ext cx="5212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 + LoRA on CodiEsp.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1 000 clinical case reports, ICD-10, CC-BY 4.0.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60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resource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5262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5171A"/>
                </a:solidFill>
                <a:latin typeface="Helvetica Neue"/>
              </a:rPr>
              <a:t>8 GB of weights at 4B before a single activation.  Cases up to 2 489 tokens.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5171A"/>
                </a:solidFill>
                <a:latin typeface="Helvetica Neue"/>
              </a:rPr>
              <a:t>One JAX program, lowered by XLA to CPU, GPU and TPU.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8978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15171A"/>
                </a:solidFill>
                <a:latin typeface="Helvetica Neue"/>
              </a:rPr>
              <a:t>Where does the time go, and what does it take to run this at all?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One JAX program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XLA lowers it to all three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LoRA via qwix, Tunix trainer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783080"/>
            <a:ext cx="3520440" cy="16916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3 pinned Docker images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Kubernetes across 2 clusters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Kueue admission, explicit 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783080"/>
            <a:ext cx="3520440" cy="16916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774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gcsfuse CSI, implicit-dirs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8 GB checkpoint from a bucket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left as a knob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3977639"/>
          <a:ext cx="110642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5623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The GH200 host is ARM64. That one fact cost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4937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15171A"/>
                </a:solidFill>
                <a:latin typeface="Helvetica Neue"/>
              </a:rPr>
              <a:t>Six phases per run, not one total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15171A"/>
                </a:solidFill>
                <a:latin typeface="Helvetica Neue"/>
              </a:rPr>
              <a:t>Sweeps walked into OOM, failed cells kept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15171A"/>
                </a:solidFill>
                <a:latin typeface="Helvetica Neue"/>
              </a:rPr>
              <a:t>One schema, one JSON per run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15171A"/>
                </a:solidFill>
                <a:latin typeface="Helvetica Neue"/>
              </a:rPr>
              <a:t>Every figure reads only those files</a:t>
            </a:r>
          </a:p>
        </p:txBody>
      </p:sp>
      <p:pic>
        <p:nvPicPr>
          <p:cNvPr id="7" name="Picture 6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760720" cy="12283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52160" y="3520440"/>
            <a:ext cx="5760720" cy="2148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373075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4114800"/>
            <a:ext cx="5212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93 µs per step. 11 M tokens/s. Impossible,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yet it carried status "ok".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Its own notes admitted it may have timed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dispatch, not completion. Discarded.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Under load, one GH200 beats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91640"/>
          <a:ext cx="7040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Qwen3-4B, seq 1024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GH200  1 chip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v5e  8 chips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ratio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batch 8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8590C"/>
                          </a:solidFill>
                          <a:latin typeface="Helvetica Neue"/>
                        </a:rPr>
                        <a:t>11,557 tok/s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4,678 tok/s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2.5x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batch 16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8590C"/>
                          </a:solidFill>
                          <a:latin typeface="Helvetica Neue"/>
                        </a:rPr>
                        <a:t>12,504 tok/s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4,596 tok/s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2.7x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batch 32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8590C"/>
                          </a:solidFill>
                          <a:latin typeface="Helvetica Neue"/>
                        </a:rPr>
                        <a:t>13,218 tok/s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out of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batch 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8590C"/>
                          </a:solidFill>
                          <a:latin typeface="Helvetica Neue"/>
                        </a:rPr>
                        <a:t>out of memory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94760"/>
            <a:ext cx="6858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At batch 1 both chips idle and tie to within 0.23 %. That tie was an artefact.</a:t>
            </a:r>
          </a:p>
        </p:txBody>
      </p:sp>
      <p:pic>
        <p:nvPicPr>
          <p:cNvPr id="8" name="Picture 7" descr="slide4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526280"/>
            <a:ext cx="6858000" cy="176980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279" y="1691640"/>
            <a:ext cx="3657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E8590C"/>
                </a:solidFill>
                <a:latin typeface="Helvetica Neue"/>
              </a:rPr>
              <a:t>2.7x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350008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the throughput of an eight-chip v5e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slice, from a single Hopper chip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29184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4747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Memory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794760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GH200 fails between 32 and 64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v5e fails between 16 and 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484632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502920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mitigation, controlled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34924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cache: load 14.6x faster,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31 % off wall clock.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Step time unchanged to the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fourth decimal.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28 %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of wall clock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Of 733 s, only 209 s computes.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biggest single phase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reading the checkpoint.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6.7×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more parameters, CPU stopped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0.6B to 4B did not make the CPU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6.7× slower. XLA never finished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compiling; the kernel killed it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at 31.5 GB.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1 of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dependencies were TPU-bound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GH200 sat idle behind an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ARM64 host, a QEMU segfault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and a registry 403. Swapping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one pin is the whole 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891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Scaling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36592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Do not scale out. Amortise: raise batch only until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chip is occupied, then attack fixed cost: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persistent compile caches, warm workers instead of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a pod per job, file cache on anything reading 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61104"/>
            <a:ext cx="5394960" cy="1874519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2569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What this means for Dr. Findus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73168"/>
            <a:ext cx="49377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On the real 4B workload one GH200 runs 2.7x faster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than eight TPU chips and costs 10x less: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$0.56 against $5.72 per 1 000 steps.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Self-hosting is not the cost problem we assumed.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The real cost is fixed overhead per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13 measured runs  · 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