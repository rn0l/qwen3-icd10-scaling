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coding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5486400" cy="21488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5029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German GPs must code every consultation.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We read the note and propose the codes;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physician confirms each one. A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requirement here. Reliability is the product: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over-coding is fraud exposure, not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12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5171A"/>
                </a:solidFill>
                <a:latin typeface="Helvetica Neue"/>
              </a:rPr>
              <a:t>Today that runs on hosted APIs.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5171A"/>
                </a:solidFill>
                <a:latin typeface="Helvetica Neue"/>
              </a:rPr>
              <a:t>Could it run on 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06040"/>
            <a:ext cx="5212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An infrastructure question, not a model one.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so we built the workload and measured it.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 + LoRA on CodiEsp: 1 000 clinical case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reports, ICD-10 labelled,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0520"/>
            <a:ext cx="2743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8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1888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of weights at 4B, before a single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activation exists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160520"/>
            <a:ext cx="2743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2 489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81888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tokens in the longest case.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Sequence length is not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160520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3 backends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818888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CPU · GPU · TPU, one JAX program,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no per-backend reimplementation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806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E8590C"/>
                </a:solidFill>
                <a:latin typeface="Helvetica Neue"/>
              </a:rPr>
              <a:t>Where does the time actually go, and what does it take to run this at all?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717A85"/>
                </a:solidFill>
                <a:latin typeface="Helvetica Neue"/>
              </a:rPr>
              <a:t>No patient data was used. Model accuracy earns no marks here. The object of study is the infrastructure.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One JAX / Flax program.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XLA lowers it to CPU, CUDA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and TPU.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LoRA via qwix, training via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Tunix, no per-backend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reimplementation.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3 pinned Docker images.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Kubernetes Jobs across two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clusters.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Kueue admission on the TPU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pool. Every manifest states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its CPU, memory and chips.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gcsfuse CSI, implicit-dirs.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An 8 GB checkpoint read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from a bucket.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The file cache was left as 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knob rather than fixed 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that knob became the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experiment.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4343400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5989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1">
                <a:solidFill>
                  <a:srgbClr val="717A85"/>
                </a:solidFill>
                <a:latin typeface="Helvetica Neue"/>
              </a:rPr>
              <a:t>Note the middle row: the GH200's host is ARM64, not x86. That single fact cost us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Every run takes its own wall clock apart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into six phases: scheduling, image pull,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 load, XLA compile, the steady-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state steps, checkpoint write.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Batch and sequence sweeps walked until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job dies. A failed cell is recorded,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never dropped. The boundary is the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measurement.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schema, one JSON per run. Every figure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here reads those files and nothing else.</a:t>
            </a:r>
          </a:p>
        </p:txBody>
      </p:sp>
      <p:pic>
        <p:nvPicPr>
          <p:cNvPr id="7" name="Picture 6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760720" cy="12283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0" y="3520440"/>
            <a:ext cx="5760720" cy="2148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373075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4114800"/>
            <a:ext cx="5212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One run reported 93 µs per step and 11 M tokens/s.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Impossible, yet it carried status "ok".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Its own notes flagged that it may have timed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dispatch, not completion. Discarded, repeated.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Hopper chip kept up with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66294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25880"/>
                <a:gridCol w="1463040"/>
                <a:gridCol w="146304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 · bs 1 · seq 1024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GPU GH200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TPU v5e 2×4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-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median step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throughput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54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12,834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12,804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USD / 1 000 steps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$6.05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$0.131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$1.03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55279" y="169164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E8590C"/>
                </a:solidFill>
                <a:latin typeface="Helvetica Neue"/>
              </a:rPr>
              <a:t>0.23 %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35000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difference in step time between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GH200 and eight v5e chips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88036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E8590C"/>
                </a:solidFill>
                <a:latin typeface="Helvetica Neue"/>
              </a:rPr>
              <a:t>14.6×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3872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faster checkpoint load from one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manifest line, 31 % off wall clock</a:t>
            </a:r>
          </a:p>
        </p:txBody>
      </p:sp>
      <p:pic>
        <p:nvPicPr>
          <p:cNvPr id="11" name="Picture 10" descr="slide4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913632"/>
            <a:ext cx="6766560" cy="282948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55279" y="4160520"/>
            <a:ext cx="3657600" cy="201168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34340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8590C"/>
                </a:solidFill>
                <a:latin typeface="Helvetica Neue"/>
              </a:rPr>
              <a:t>The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681728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Median step time before and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after the cache: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1.75122 s  to  1.75117 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The computation did not move.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Only I/O did, so the saving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attributable, not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891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3659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315968"/>
            <a:ext cx="539496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0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28032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At $0.131 per 1 000 steps on one GH200,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8× cheaper than eight TPU chips at the same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speed, self-hosting is not the cost problem we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assumed. The real cost is fixed overhead per job: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an architecture decision, not a hardware purchase.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9 measured runs · 15 commits ·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