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Can a clinic afford to run its own ICD-10 model?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5120640" cy="1966955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01952"/>
            <a:ext cx="4645152" cy="2514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5171A"/>
                </a:solidFill>
                <a:latin typeface="Helvetica Neue"/>
              </a:rPr>
              <a:t>Dr. Findus, our startup in Berlin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4852"/>
            <a:ext cx="4645152" cy="1215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German GPs code every consultation.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We propose, the physician confirms.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Reliability is the product.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Today it runs on hosted APIs.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755648"/>
            <a:ext cx="5623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Could it run on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our own hardware?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761488"/>
            <a:ext cx="5623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Qwen3-4B + LoRA on CodiEsp: 500 train / 250 dev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Spanish case reports, ICD-10 coded, CC-BY 4.0.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730752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The resource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096512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8 GB of weights at 4B before a single activation.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Median case 802 tokens, longest 2,489.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One JAX program, lowered by XLA to CPU, GPU and TPU.</a:t>
            </a:r>
          </a:p>
        </p:txBody>
      </p:sp>
      <p:pic>
        <p:nvPicPr>
          <p:cNvPr id="13" name="Picture 12" descr="slide1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3675887"/>
            <a:ext cx="5669280" cy="16399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587044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 i="0">
                <a:solidFill>
                  <a:srgbClr val="15171A"/>
                </a:solidFill>
                <a:latin typeface="Helvetica Neue"/>
              </a:rPr>
              <a:t>Where does the time go, and what does it take to run this at all?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One program. Three backends. All measured.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3520440" cy="16692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83664"/>
            <a:ext cx="3044952" cy="268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Compilation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3328"/>
            <a:ext cx="3044952" cy="9006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One JAX program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XLA lowers it to all three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LoRA via qwix, Tunix trainer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645920"/>
            <a:ext cx="3520440" cy="16692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83664"/>
            <a:ext cx="3044952" cy="268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243328"/>
            <a:ext cx="3044952" cy="9006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3 pinned Docker images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Kubernetes across 2 clusters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Kueue admission, explicit 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6448" y="1645920"/>
            <a:ext cx="3520440" cy="16692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883664"/>
            <a:ext cx="3044952" cy="268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243328"/>
            <a:ext cx="3044952" cy="9006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gcsfuse CSI, implicit-dirs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8 GB checkpoint from a bucket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File cache left as a knob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93008"/>
            <a:ext cx="1106424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9312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5171A"/>
                </a:solidFill>
                <a:latin typeface="Helvetica Neue"/>
              </a:rPr>
              <a:t>gs://me344-tpu-labs-west4   →   gcsfuse CSI sidecar   →   /gcs in the pod   →   8 GB checkpoint   →   HBM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4315968"/>
          <a:ext cx="11064238" cy="1499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49039"/>
                <a:gridCol w="2194560"/>
                <a:gridCol w="3749039"/>
              </a:tblGrid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Hardware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Host arch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How the code got there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32-core x86_64, 31 GiB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bare node, podman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GPU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 GH200 480 GB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ARM64 Grace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public image + ConfigMap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TPU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v5e 2×4,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private registry + gcsfuse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66928" y="5989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The GH200 host is ARM64. That one fact cost five separate blockers.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MEASUREMENTS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We did not time the job. We took it apart.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8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0632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What we sample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Instrument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Chip utilisation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nvidia-smi 1 Hz · psutil on 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jax memory_stats() · peak RSS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Step time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median, p10, p90, warmup excluded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Wall clock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six phases, must sum to total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639312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One schema, one JSON per run. Every figure in this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deck reads those files and nothing else.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133087"/>
            <a:ext cx="5029200" cy="2021819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70831"/>
            <a:ext cx="4553712" cy="2514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DC2626"/>
                </a:solidFill>
                <a:latin typeface="Helvetica Neue"/>
              </a:rPr>
              <a:t>The schema caught a lie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13731"/>
            <a:ext cx="4553712" cy="1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93 µs per step. 11 M tokens/s. Impossible,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yet it carried status "ok".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Its own notes admitted it may have timed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dispatch, not completion. Discarded and re-run.</a:t>
            </a:r>
          </a:p>
        </p:txBody>
      </p:sp>
      <p:pic>
        <p:nvPicPr>
          <p:cNvPr id="11" name="Picture 10" descr="slide3-wal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627632"/>
            <a:ext cx="5760720" cy="1827189"/>
          </a:xfrm>
          <a:prstGeom prst="rect">
            <a:avLst/>
          </a:prstGeom>
        </p:spPr>
      </p:pic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852160" y="3710852"/>
          <a:ext cx="5760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88920"/>
                <a:gridCol w="15087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Peak memory, largest fitting run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Next step up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66.1 % of 31 GiB (RSS)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4B never ran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GH200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67.8 % of 96 GiB HBM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batch 64 OOM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v5e,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65.5 % of 16 GiB/chip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batch 32 OOM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852160" y="5301908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E8590C"/>
                </a:solidFill>
                <a:latin typeface="Helvetica Neue"/>
              </a:rPr>
              <a:t>Memory is what ends every sweep. One batch step past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E8590C"/>
                </a:solidFill>
                <a:latin typeface="Helvetica Neue"/>
              </a:rPr>
              <a:t>these numbers, all three fail.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Under load, one GH200 beats eight TPU chips.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591056"/>
          <a:ext cx="690372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554480"/>
                <a:gridCol w="1554480"/>
                <a:gridCol w="155448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Qwen3-0.6B, batch 1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GH200  1 chip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v5e  8 chips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Median step time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18.99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0.0798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0.0800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Speedup vs CPU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1.0×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238×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237×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Mean chip utilisation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44.3 %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1.59 %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no counter exists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66.1 %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5.0 %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7.3 %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433572"/>
            <a:ext cx="6903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5171A"/>
                </a:solidFill>
                <a:latin typeface="Helvetica Neue"/>
              </a:rPr>
              <a:t>Both accelerators are ~238× the CPU and tie with each other to 0.23 %.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5171A"/>
                </a:solidFill>
                <a:latin typeface="Helvetica Neue"/>
              </a:rPr>
              <a:t>At batch 1 neither is busy. That tie is an artefact.</a:t>
            </a:r>
          </a:p>
        </p:txBody>
      </p:sp>
      <p:pic>
        <p:nvPicPr>
          <p:cNvPr id="8" name="Picture 7" descr="slide4-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041648"/>
            <a:ext cx="6903720" cy="187718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26679" y="1591056"/>
            <a:ext cx="3886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E8590C"/>
                </a:solidFill>
                <a:latin typeface="Helvetica Neue"/>
              </a:rPr>
              <a:t>2.7x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4967" y="2249424"/>
            <a:ext cx="3886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the throughput of an eight-chip v5e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slice, from a single Hopper chip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3218688"/>
            <a:ext cx="3886200" cy="12755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1" y="3456432"/>
            <a:ext cx="3410712" cy="234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Memory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82711" y="3782568"/>
            <a:ext cx="3410712" cy="540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5171A"/>
                </a:solidFill>
                <a:latin typeface="Helvetica Neue"/>
              </a:rPr>
              <a:t>GH200 fails between 32 and 64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5171A"/>
                </a:solidFill>
                <a:latin typeface="Helvetica Neue"/>
              </a:rPr>
              <a:t>v5e fails between 16 and 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4590288"/>
            <a:ext cx="3886200" cy="17327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2711" y="4828032"/>
            <a:ext cx="3410712" cy="234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The mitigation, controlled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2711" y="5154168"/>
            <a:ext cx="3410712" cy="99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File cache on: checkpoint load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14.6× faster, 31 % off wall clock.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Median step time unchanged to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fourth decimal.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The chip was never the bottleneck.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590C"/>
                </a:solidFill>
                <a:latin typeface="Helvetica Neue"/>
              </a:rPr>
              <a:t>28 %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40864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of wall clock is arithmetic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7063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Of 733 s, only 209 s computes.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biggest single phase is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reading the checkpoint: 32 %.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64592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773936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5171A"/>
                </a:solidFill>
                <a:latin typeface="Helvetica Neue"/>
              </a:rPr>
              <a:t>6.7×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340864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more parameters, CPU stopped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7063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0.6B to 4B did not make the CPU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6.7× slower. XLA never finished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compiling; the kernel killed it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at 31.5 GB.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64592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773936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5171A"/>
                </a:solidFill>
                <a:latin typeface="Helvetica Neue"/>
              </a:rPr>
              <a:t>1 of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340864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dependencies were TPU-bound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77063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GH200 sat idle behind an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ARM64 host, a QEMU segfault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and a registry 403. Swapping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one pin is the whole port.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24528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Scaling recommendation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572000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Do not scale out. Amortise: raise batch only until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chip is occupied, then attack fixed cost: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persistent compile caches, warm workers instead of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a pod per job, file cache on anything reading a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checkpoint.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78224"/>
            <a:ext cx="5394960" cy="2392659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4315968"/>
            <a:ext cx="4919472" cy="2514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What this means for Dr. Findus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658868"/>
            <a:ext cx="491947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At batch 8, the slice's own best point: one GH200 runs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2.5× faster than eight TPU chips and costs 10× less,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$0.56 against $5.72 per 1,000 steps.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Self-hosting is not the cost problem we assumed.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The real cost is fixed overhead per job.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6103620"/>
            <a:ext cx="4919472" cy="26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717A85"/>
                </a:solidFill>
                <a:latin typeface="Helvetica Neue"/>
              </a:rPr>
              <a:t>TPU rate billed; the GH200 rate is a market proxy.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82512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717A85"/>
                </a:solidFill>
                <a:latin typeface="Helvetica Neue"/>
              </a:rPr>
              <a:t>13 measured runs  ·  github.com/RN0L/qwen3-icd10-scaling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