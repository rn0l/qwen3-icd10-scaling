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ICD-10 model?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5564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DrFindus, our startup in Berlin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39696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German GPs code every consultation.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We propose, the physician confirms.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Reliability is the product.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Today it runs on hosted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55648"/>
            <a:ext cx="5623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Could it run on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our own hardware?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761488"/>
            <a:ext cx="5623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Qwen3-4B + LoRA on CodiEsp: 500 train / 250 dev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Spanish case reports, ICD-10 coded, CC-BY 4.0.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03904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resource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69663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8 GB of weights at 4B before a single activation.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Median case 802 tokens, longest 2,489.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One JAX program, lowered by XLA to CPU, GPU and TPU.</a:t>
            </a:r>
          </a:p>
        </p:txBody>
      </p:sp>
      <p:pic>
        <p:nvPicPr>
          <p:cNvPr id="12" name="Picture 11" descr="slide1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675887"/>
            <a:ext cx="5669280" cy="163994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6928" y="5614416"/>
            <a:ext cx="1101852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85216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 i="0">
                <a:solidFill>
                  <a:srgbClr val="15171A"/>
                </a:solidFill>
                <a:latin typeface="Helvetica Neue"/>
              </a:rPr>
              <a:t>Where does the time go, and what does it take to run this at all?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106424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31136"/>
            <a:ext cx="3429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One JAX program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XLA lowers it to all three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LoRA via qwix, Tunix trainer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792224"/>
            <a:ext cx="12700" cy="1298448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8" y="1828800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31136"/>
            <a:ext cx="3429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3 pinned Docker images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Kubernetes across 2 clusters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Kueue admission, explicit limits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73568" y="1792224"/>
            <a:ext cx="12700" cy="1298448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828800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231136"/>
            <a:ext cx="3429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gcsfuse CSI, implicit-dirs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8 GB checkpoint from a bucket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File cache left as a knob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93008"/>
            <a:ext cx="1106424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9312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5171A"/>
                </a:solidFill>
                <a:latin typeface="Helvetica Neue"/>
              </a:rPr>
              <a:t>gs://me344-tpu-labs-west4   →   gcsfuse CSI sidecar   →   /gcs in the pod   →   8 GB checkpoint   →   HBM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4315968"/>
          <a:ext cx="11064238" cy="1499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node, podman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The GH200 host is ARM64. That one fact cost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063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What we sample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Instrument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nvidia-smi 1 Hz · psutil on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jax memory_stats() · peak RSS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median, p10, p90, warmup excluded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Wall clock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six phases, must sum to total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9312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schema, one JSON per run. Every figure in this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deck reads those files and nothing else.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3087"/>
            <a:ext cx="5029200" cy="2021819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70831"/>
            <a:ext cx="455371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13731"/>
            <a:ext cx="4553712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93 µs per step. 11 M tokens/s. Impossible,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yet it carried status "ok".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Its own notes admitted it may have timed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dispatch, not completion. Discarded and re-run.</a:t>
            </a:r>
          </a:p>
        </p:txBody>
      </p:sp>
      <p:pic>
        <p:nvPicPr>
          <p:cNvPr id="11" name="Picture 10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627632"/>
            <a:ext cx="5760720" cy="1827189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852160" y="3710852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88920"/>
                <a:gridCol w="1508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Peak memory, largest fitting run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Next step up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66.1 % of 31 GiB (RSS)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4B never ran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GH200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67.8 % of 96 GiB HBM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64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v5e,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65.5 % of 16 GiB/chip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32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852160" y="5301908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Memory is what ends every sweep. One batch step past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these numbers, all three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Under load, one GH200 beats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91056"/>
          <a:ext cx="690372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554480"/>
                <a:gridCol w="1554480"/>
                <a:gridCol w="15544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Qwen3-0.6B, batch 1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GH200  1 chip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v5e  8 chips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 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Mean 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44.3 %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1.59 %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no counter exists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66.1 %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33572"/>
            <a:ext cx="6903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Both accelerators are ~238× the CPU and tie with each other to 0.23 %.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At batch 1 neither is busy. That tie is an artefact.</a:t>
            </a:r>
          </a:p>
        </p:txBody>
      </p:sp>
      <p:pic>
        <p:nvPicPr>
          <p:cNvPr id="8" name="Picture 7" descr="slide4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41648"/>
            <a:ext cx="6903720" cy="18771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1591056"/>
            <a:ext cx="3886200" cy="8326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E8590C"/>
                </a:solidFill>
                <a:latin typeface="Helvetica Neue"/>
              </a:rPr>
              <a:t>2.7x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7" y="2423667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the throughput of an eight-chip v5e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slice, from a single Hopper chip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3163824"/>
            <a:ext cx="388620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3364992"/>
            <a:ext cx="3886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5171A"/>
                </a:solidFill>
                <a:latin typeface="Helvetica Neue"/>
              </a:rPr>
              <a:t>Where each one runs out of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712463"/>
            <a:ext cx="3886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717A85"/>
                </a:solidFill>
                <a:latin typeface="Helvetica Neue"/>
              </a:rPr>
              <a:t>GH200 between batch 32 and 64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717A85"/>
                </a:solidFill>
                <a:latin typeface="Helvetica Neue"/>
              </a:rPr>
              <a:t>v5e between batch 16 and 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4590288"/>
            <a:ext cx="388620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4791456"/>
            <a:ext cx="3886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5171A"/>
                </a:solidFill>
                <a:latin typeface="Helvetica Neue"/>
              </a:rPr>
              <a:t>The mitigation, controlled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5138928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Checkpoint load 14.6× faster, 31 % off wall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clock, and median step time unchanged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to the fourth decimal.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600" b="1" i="0">
                <a:solidFill>
                  <a:srgbClr val="E8590C"/>
                </a:solidFill>
                <a:latin typeface="Helvetica Neue"/>
              </a:rPr>
              <a:t>28 %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54096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5171A"/>
                </a:solidFill>
                <a:latin typeface="Helvetica Neue"/>
              </a:rPr>
              <a:t>of the wall clock is arithmetic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Of 733 s, 209 s computes. The largest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single phase is reading the checkpoint: 32 %.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32120" y="1737360"/>
            <a:ext cx="12700" cy="224028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810512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171A"/>
                </a:solidFill>
                <a:latin typeface="Helvetica Neue"/>
              </a:rPr>
              <a:t>6.7× more parameters, and the CPU stopped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76272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Not 6.7× slower. XLA never finished compiling, and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without remat the kernel killed it at 31.5 GB.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999232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171A"/>
                </a:solidFill>
                <a:latin typeface="Helvetica Neue"/>
              </a:rPr>
              <a:t>1 of 36 dependencies was TPU-bound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364992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The GH200 sat idle behind an ARM64 host, a QEMU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segfault and a registry 403. One pin is the whole 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3984"/>
            <a:ext cx="1101852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700016"/>
            <a:ext cx="6035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5171A"/>
                </a:solidFill>
                <a:latin typeface="Helvetica Neue"/>
              </a:rPr>
              <a:t>Do not scale out. Amortise.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5175504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Persistent compile cache  ·  warm workers, not a pod per job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file cache on anything that reads a checkpoint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466344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15171A"/>
                </a:solidFill>
                <a:latin typeface="Helvetica Neue"/>
              </a:rPr>
              <a:t>$0.56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482803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717A85"/>
                </a:solidFill>
                <a:latin typeface="Helvetica Neue"/>
              </a:rPr>
              <a:t>against $5.72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5285232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717A85"/>
                </a:solidFill>
                <a:latin typeface="Helvetica Neue"/>
              </a:rPr>
              <a:t>per 1,000 steps at 4B, batch 8: one GH200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717A85"/>
                </a:solidFill>
                <a:latin typeface="Helvetica Neue"/>
              </a:rPr>
              <a:t>against eight v5e chips, 10× less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5961888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717A85"/>
                </a:solidFill>
                <a:latin typeface="Helvetica Neue"/>
              </a:rPr>
              <a:t>TPU rate billed; the GH200 rate is a market proxy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13 measured runs  ·  github.com/RN0L/qwen3-icd10-scaling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